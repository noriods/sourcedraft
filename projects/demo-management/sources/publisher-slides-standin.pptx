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'best' depends on whose outcomes are weighed.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when did a quick gut call serve you well?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one workplace example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 quick confirmation-bias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Away founders'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group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Principles of Management, Ch. 2: Managerial Decision-Making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STAND-IN publisher slides, generated for this demo from the OpenStax chapter (CC BY 4.0). Not a real publisher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managerial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Managers decide constantly; decisions affect the organization and its stakeholders</a:t>
            </a:r>
          </a:p>
          <a:p>
            <a:r>
              <a:t>Complexity, incomplete information and time constraints; rarely one right answer</a:t>
            </a:r>
          </a:p>
          <a:p>
            <a:r>
              <a:t>Stakeholders have conflicting needs; ethics should be considered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systems in the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Reflective system: logical, rational, slower</a:t>
            </a:r>
          </a:p>
          <a:p>
            <a:r>
              <a:t>Reactive system: quick, can be lifesaving and efficient with expertise</a:t>
            </a:r>
          </a:p>
          <a:p>
            <a:r>
              <a:t>Use the reflective system for significant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Programmed vs. nonprogrammed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Programmed: criteria well understood, rules and guidelines apply</a:t>
            </a:r>
          </a:p>
          <a:p>
            <a:r>
              <a:t>Nonprogrammed: novel, no clear guidelines</a:t>
            </a:r>
          </a:p>
          <a:p>
            <a:r>
              <a:t>Nonprogrammed decisions need research, information and other people's ideas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 to effective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information and limited ability to process it</a:t>
            </a:r>
          </a:p>
          <a:p>
            <a:r>
              <a:t>Time constraints; unknown outcomes of options</a:t>
            </a:r>
          </a:p>
          <a:p>
            <a:r>
              <a:t>Biases, including confirmation bias</a:t>
            </a:r>
          </a:p>
          <a:p>
            <a:r>
              <a:t>Conflict between individuals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Improving individual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Experience builds expertise</a:t>
            </a:r>
          </a:p>
          <a:p>
            <a:r>
              <a:t>Heuristics and satisficing speed up programmed decisions</a:t>
            </a:r>
          </a:p>
          <a:p>
            <a:r>
              <a:t>Do not skip steps; be creative generating alternatives</a:t>
            </a:r>
          </a:p>
          <a:p>
            <a:r>
              <a:t>Evidence-based decision-making; consider long-term and ethical 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Groups can make better decisions than individuals</a:t>
            </a:r>
          </a:p>
          <a:p>
            <a:r>
              <a:t>Risks include suppression of dissent and destructive conflict</a:t>
            </a:r>
          </a:p>
          <a:p>
            <a:r>
              <a:t>Managers can use techniques to improve group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